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4F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40"/>
  </p:normalViewPr>
  <p:slideViewPr>
    <p:cSldViewPr snapToGrid="0" snapToObjects="1">
      <p:cViewPr varScale="1">
        <p:scale>
          <a:sx n="102" d="100"/>
          <a:sy n="102" d="100"/>
        </p:scale>
        <p:origin x="396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DD296-2297-604A-BB84-2AE2F6234A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626069-05B7-924C-BD60-DE985BCD39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C13D0A-714E-744F-A342-C85C49B685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6F847-DEFA-A54A-990C-E2B6DB524CCD}" type="datetimeFigureOut">
              <a:rPr lang="en-US" smtClean="0"/>
              <a:t>7/6/21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73821C-3E15-DE4B-8BC4-54754631F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71592C-FB05-024F-B421-02FC12A84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3B4E7-A480-2C47-830E-5D5E486903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7905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46E99-B2AE-7943-AF4F-F774EBCE5F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A5531C-43D7-7742-93DE-223E63752C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0599E5-B319-534F-8B5F-3C2ADA9E08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6F847-DEFA-A54A-990C-E2B6DB524CCD}" type="datetimeFigureOut">
              <a:rPr lang="en-US" smtClean="0"/>
              <a:t>7/6/21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5731CC-96C1-8C4C-989E-890B3042BD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1412FB-3CED-CE41-BBD0-7E9480533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3B4E7-A480-2C47-830E-5D5E486903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3632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7F1FF7-7181-B44C-9C75-E94F6A23D7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78481E-EBB8-8C49-8470-D7ABAB3B14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01D8D6-52B4-614E-9C3D-B80B96D8C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6F847-DEFA-A54A-990C-E2B6DB524CCD}" type="datetimeFigureOut">
              <a:rPr lang="en-US" smtClean="0"/>
              <a:t>7/6/21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CCDF4B-58F9-AE48-B922-0B47CE122A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4B7EE6-17F5-E544-8F83-F98D173587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3B4E7-A480-2C47-830E-5D5E486903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23551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946563-DA6F-E84B-B421-54FF1907C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9F4B9C-6CF9-DF48-BDAA-EE18DC7C5B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258AB5-9AA9-EC47-9544-AC6C6AC83D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A3A2E5-006B-2D4C-BD83-55881ED708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6F847-DEFA-A54A-990C-E2B6DB524CCD}" type="datetimeFigureOut">
              <a:rPr lang="en-US" smtClean="0"/>
              <a:t>7/6/21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B72D4F-4084-3547-AC09-F4C199153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83CCFD-F304-E441-AC16-5C12E8223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3B4E7-A480-2C47-830E-5D5E486903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0772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3CB4F1-D94A-E54B-80AB-C8E9FE67A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E03922-1940-4E41-8DF1-F8844FF88D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DD52BE-8E96-7840-B92E-DBA3EB7A6D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36635E-A33E-F141-BD2E-F3446D0B7B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DB9986D-49D5-D347-B64D-AA081129B1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C705F4-0BF5-E148-9055-C3173DA9EE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6F847-DEFA-A54A-990C-E2B6DB524CCD}" type="datetimeFigureOut">
              <a:rPr lang="en-US" smtClean="0"/>
              <a:t>7/6/21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AD39F1-425D-F94A-940F-FBC175036C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97E0A81-CED4-694B-905F-F59E9A247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3B4E7-A480-2C47-830E-5D5E486903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1086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1C6C5-E104-3843-947C-DC0517D8D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A48DA8A-5701-C946-ADBF-8D6725F8F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6F847-DEFA-A54A-990C-E2B6DB524CCD}" type="datetimeFigureOut">
              <a:rPr lang="en-US" smtClean="0"/>
              <a:t>7/6/21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FE6FE2-F973-8741-B1DD-AE416AA16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D16BD1-8B3D-FD4D-8F8B-4EB591B06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3B4E7-A480-2C47-830E-5D5E486903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6233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D43517-AEE2-294C-84A4-C8B551016F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6F847-DEFA-A54A-990C-E2B6DB524CCD}" type="datetimeFigureOut">
              <a:rPr lang="en-US" smtClean="0"/>
              <a:t>7/6/21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F4F912-F2EF-474A-AC76-1FC1B6796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BAC224-1FB2-B64E-A840-578C9753D2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3B4E7-A480-2C47-830E-5D5E486903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8630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800C0-9593-FE47-AF07-2055601455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E3D058-F30B-3B41-BC41-8267094E3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02692C-B74A-3C4E-BF41-4EE4D59E2E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EF5BA6-CE95-DC48-9482-CBE2A3473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6F847-DEFA-A54A-990C-E2B6DB524CCD}" type="datetimeFigureOut">
              <a:rPr lang="en-US" smtClean="0"/>
              <a:t>7/6/21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DE3782-CCF7-5549-9628-EA4D7E55C5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BF494E-06F8-024E-B250-572DCF431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3B4E7-A480-2C47-830E-5D5E486903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8117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0D90B-F17F-3741-85F1-DEADCBC56F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92E4009-1AB0-9F45-93E2-6DA6682BE3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0F7A2E-3A42-2147-9C48-35224A87B3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B47997-108D-8B4E-B854-30DB2AD155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6F847-DEFA-A54A-990C-E2B6DB524CCD}" type="datetimeFigureOut">
              <a:rPr lang="en-US" smtClean="0"/>
              <a:t>7/6/21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4CCE21-3636-3E40-BB13-1E26EC18E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C6B72E-B886-4F45-9D4C-8DC426440C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3B4E7-A480-2C47-830E-5D5E486903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66972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8673E-F10A-E747-88DD-2BEA70C68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B597877-6CE2-0740-AB3C-B593D636F7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C2A987-7440-684B-9918-4172626528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6F847-DEFA-A54A-990C-E2B6DB524CCD}" type="datetimeFigureOut">
              <a:rPr lang="en-US" smtClean="0"/>
              <a:t>7/6/21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E92A65-F90E-E748-8901-84700829E1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A60728-38B9-BD47-964A-A569A760F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3B4E7-A480-2C47-830E-5D5E486903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9977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CAE913-721B-564D-9329-10A0021BFE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954E93-7A72-0A48-9DB9-EA5F785768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FB5B2E-B30A-A541-ACD6-6FC9948B27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6F847-DEFA-A54A-990C-E2B6DB524CCD}" type="datetimeFigureOut">
              <a:rPr lang="en-US" smtClean="0"/>
              <a:t>7/6/21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35C101-354A-2A45-BBC0-C1DE4B2E9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092EF8-A251-8544-A8D2-4A9FC79C9B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13B4E7-A480-2C47-830E-5D5E486903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967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3CCE26-8EA0-4847-B7E9-9A43DC89F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E73BF7-3BB3-EE48-8C33-68FA6931D2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76FDAE-F52A-9A4E-9018-BEBEEC36F1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26F847-DEFA-A54A-990C-E2B6DB524CCD}" type="datetimeFigureOut">
              <a:rPr lang="en-US" smtClean="0"/>
              <a:t>7/6/21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491C18-BDCD-2148-A2C2-827D39E9D4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54EAC8-FFA4-C64F-AE18-96701A61A6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13B4E7-A480-2C47-830E-5D5E486903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496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CC14E-864E-424D-9A6E-30AE6DC572A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259383-0B4F-1547-9FC9-EDA3E0867BB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1D7D554B-309F-C440-9EC2-A868740727AA}"/>
              </a:ext>
            </a:extLst>
          </p:cNvPr>
          <p:cNvGrpSpPr/>
          <p:nvPr/>
        </p:nvGrpSpPr>
        <p:grpSpPr>
          <a:xfrm>
            <a:off x="-5649433" y="1041399"/>
            <a:ext cx="4829175" cy="4829175"/>
            <a:chOff x="-5649433" y="1041399"/>
            <a:chExt cx="4829175" cy="4829175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DE2A6FC6-8CE4-A543-980D-40CE4CA24CE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-5649433" y="1041399"/>
              <a:ext cx="4829175" cy="4829175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42" name="Picture 41" descr="Logo, company name&#10;&#10;Description automatically generated">
              <a:extLst>
                <a:ext uri="{FF2B5EF4-FFF2-40B4-BE49-F238E27FC236}">
                  <a16:creationId xmlns:a16="http://schemas.microsoft.com/office/drawing/2014/main" id="{D5EF9B16-C155-2142-A04A-B033AD95534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4790282" y="1814909"/>
              <a:ext cx="3228181" cy="322818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460044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922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Lowri Williams</dc:creator>
  <cp:lastModifiedBy>Lowri Williams</cp:lastModifiedBy>
  <cp:revision>7</cp:revision>
  <dcterms:created xsi:type="dcterms:W3CDTF">2021-07-06T22:51:58Z</dcterms:created>
  <dcterms:modified xsi:type="dcterms:W3CDTF">2021-07-07T14:14:43Z</dcterms:modified>
</cp:coreProperties>
</file>