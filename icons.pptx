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4F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0"/>
  </p:normalViewPr>
  <p:slideViewPr>
    <p:cSldViewPr snapToGrid="0" snapToObjects="1">
      <p:cViewPr varScale="1">
        <p:scale>
          <a:sx n="102" d="100"/>
          <a:sy n="102" d="100"/>
        </p:scale>
        <p:origin x="37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D296-2297-604A-BB84-2AE2F6234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26069-05B7-924C-BD60-DE985BCD3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13D0A-714E-744F-A342-C85C49B68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F847-DEFA-A54A-990C-E2B6DB524CCD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3821C-3E15-DE4B-8BC4-54754631F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1592C-FB05-024F-B421-02FC12A8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3B4E7-A480-2C47-830E-5D5E48690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90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46E99-B2AE-7943-AF4F-F774EBCE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5531C-43D7-7742-93DE-223E63752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599E5-B319-534F-8B5F-3C2ADA9E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F847-DEFA-A54A-990C-E2B6DB524CCD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731CC-96C1-8C4C-989E-890B3042B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412FB-3CED-CE41-BBD0-7E9480533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3B4E7-A480-2C47-830E-5D5E48690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3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1FF7-7181-B44C-9C75-E94F6A23D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8481E-EBB8-8C49-8470-D7ABAB3B1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1D8D6-52B4-614E-9C3D-B80B96D8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F847-DEFA-A54A-990C-E2B6DB524CCD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CDF4B-58F9-AE48-B922-0B47CE122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B7EE6-17F5-E544-8F83-F98D1735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3B4E7-A480-2C47-830E-5D5E48690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5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46563-DA6F-E84B-B421-54FF1907C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F4B9C-6CF9-DF48-BDAA-EE18DC7C5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58AB5-9AA9-EC47-9544-AC6C6AC83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3A2E5-006B-2D4C-BD83-55881ED70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F847-DEFA-A54A-990C-E2B6DB524CCD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72D4F-4084-3547-AC09-F4C199153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3CCFD-F304-E441-AC16-5C12E8223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3B4E7-A480-2C47-830E-5D5E48690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77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CB4F1-D94A-E54B-80AB-C8E9FE67A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03922-1940-4E41-8DF1-F8844FF88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D52BE-8E96-7840-B92E-DBA3EB7A6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6635E-A33E-F141-BD2E-F3446D0B7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B9986D-49D5-D347-B64D-AA081129B1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705F4-0BF5-E148-9055-C3173DA9E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F847-DEFA-A54A-990C-E2B6DB524CCD}" type="datetimeFigureOut">
              <a:rPr lang="en-US" smtClean="0"/>
              <a:t>7/11/21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AD39F1-425D-F94A-940F-FBC17503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7E0A81-CED4-694B-905F-F59E9A24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3B4E7-A480-2C47-830E-5D5E48690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0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C6C5-E104-3843-947C-DC0517D8D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48DA8A-5701-C946-ADBF-8D6725F8F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F847-DEFA-A54A-990C-E2B6DB524CCD}" type="datetimeFigureOut">
              <a:rPr lang="en-US" smtClean="0"/>
              <a:t>7/11/21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FE6FE2-F973-8741-B1DD-AE416AA16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D16BD1-8B3D-FD4D-8F8B-4EB591B0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3B4E7-A480-2C47-830E-5D5E48690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23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43517-AEE2-294C-84A4-C8B55101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F847-DEFA-A54A-990C-E2B6DB524CCD}" type="datetimeFigureOut">
              <a:rPr lang="en-US" smtClean="0"/>
              <a:t>7/11/21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F4F912-F2EF-474A-AC76-1FC1B679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AC224-1FB2-B64E-A840-578C9753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3B4E7-A480-2C47-830E-5D5E48690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863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00C0-9593-FE47-AF07-205560145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3D058-F30B-3B41-BC41-8267094E3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2692C-B74A-3C4E-BF41-4EE4D59E2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F5BA6-CE95-DC48-9482-CBE2A3473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F847-DEFA-A54A-990C-E2B6DB524CCD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3782-CCF7-5549-9628-EA4D7E55C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F494E-06F8-024E-B250-572DCF431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3B4E7-A480-2C47-830E-5D5E48690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11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D90B-F17F-3741-85F1-DEADCBC56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E4009-1AB0-9F45-93E2-6DA6682BE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F7A2E-3A42-2147-9C48-35224A87B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47997-108D-8B4E-B854-30DB2AD15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F847-DEFA-A54A-990C-E2B6DB524CCD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CCE21-3636-3E40-BB13-1E26EC18E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6B72E-B886-4F45-9D4C-8DC426440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3B4E7-A480-2C47-830E-5D5E48690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9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8673E-F10A-E747-88DD-2BEA70C6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97877-6CE2-0740-AB3C-B593D636F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2A987-7440-684B-9918-417262652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F847-DEFA-A54A-990C-E2B6DB524CCD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92A65-F90E-E748-8901-84700829E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60728-38B9-BD47-964A-A569A760F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3B4E7-A480-2C47-830E-5D5E48690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9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CAE913-721B-564D-9329-10A0021BFE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954E93-7A72-0A48-9DB9-EA5F78576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B5B2E-B30A-A541-ACD6-6FC9948B2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6F847-DEFA-A54A-990C-E2B6DB524CCD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5C101-354A-2A45-BBC0-C1DE4B2E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92EF8-A251-8544-A8D2-4A9FC79C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3B4E7-A480-2C47-830E-5D5E48690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96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CCE26-8EA0-4847-B7E9-9A43DC89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73BF7-3BB3-EE48-8C33-68FA6931D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6FDAE-F52A-9A4E-9018-BEBEEC36F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6F847-DEFA-A54A-990C-E2B6DB524CCD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91C18-BDCD-2148-A2C2-827D39E9D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4EAC8-FFA4-C64F-AE18-96701A61A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3B4E7-A480-2C47-830E-5D5E48690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CC14E-864E-424D-9A6E-30AE6DC572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59383-0B4F-1547-9FC9-EDA3E0867B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E2A6FC6-8CE4-A543-980D-40CE4CA24CE1}"/>
              </a:ext>
            </a:extLst>
          </p:cNvPr>
          <p:cNvSpPr>
            <a:spLocks noChangeAspect="1"/>
          </p:cNvSpPr>
          <p:nvPr/>
        </p:nvSpPr>
        <p:spPr>
          <a:xfrm>
            <a:off x="-5649433" y="1041399"/>
            <a:ext cx="4829175" cy="48291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31D2382-C1A6-104A-A4FC-6F7F5DF43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4567826" y="2316162"/>
            <a:ext cx="2789129" cy="223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04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Lowri Williams</dc:creator>
  <cp:lastModifiedBy>Lowri Williams</cp:lastModifiedBy>
  <cp:revision>8</cp:revision>
  <dcterms:created xsi:type="dcterms:W3CDTF">2021-07-06T22:51:58Z</dcterms:created>
  <dcterms:modified xsi:type="dcterms:W3CDTF">2021-07-11T20:23:06Z</dcterms:modified>
</cp:coreProperties>
</file>